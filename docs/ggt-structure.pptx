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405"/>
  </p:normalViewPr>
  <p:slideViewPr>
    <p:cSldViewPr snapToGrid="0" snapToObjects="1">
      <p:cViewPr varScale="1">
        <p:scale>
          <a:sx n="104" d="100"/>
          <a:sy n="104" d="100"/>
        </p:scale>
        <p:origin x="232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FB0CA-D5AA-9040-81B9-2C2A4223E3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060891-61DB-314C-95CD-8FC27EDD4D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110B1-EFCB-6E48-9BFC-D29906EDF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12B5-8E64-C849-9A4C-7A3EC9CEBF4A}" type="datetimeFigureOut">
              <a:rPr lang="en-US" smtClean="0"/>
              <a:t>10/16/20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40562-50D2-2548-8290-0FD33817B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6FC730-0278-EC45-BF20-608E8018B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42A15-7D19-A040-B483-713DE4FBE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113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8DF8A-898F-3B43-BC9E-41335789B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A10BF-0CF0-124A-A2F4-084073A48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2CAFF-F0F7-D04F-8544-C3E889AEF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12B5-8E64-C849-9A4C-7A3EC9CEBF4A}" type="datetimeFigureOut">
              <a:rPr lang="en-US" smtClean="0"/>
              <a:t>10/16/20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34F27-E0F1-184E-9069-EEA7777AC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B4AD4-DE63-F94A-99BB-7E1D2A0E6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42A15-7D19-A040-B483-713DE4FBE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883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2698F-D107-CB4C-B2E1-26F700512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C4657-5F0D-5B4C-BD1E-D3E79B2EF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17827-B2FC-3F49-9489-8B12DB9B4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12B5-8E64-C849-9A4C-7A3EC9CEBF4A}" type="datetimeFigureOut">
              <a:rPr lang="en-US" smtClean="0"/>
              <a:t>10/16/20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92550-6A3D-F845-BF02-D55013C32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C516C-901F-8C48-9A0D-85DA6E6EE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42A15-7D19-A040-B483-713DE4FBE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992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B30FD-845E-834D-ADA5-02B9796B5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E7550-E88F-934D-A5B8-7A547F2009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87A52C-691A-D145-90A7-AD0B784A64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12C13B-EB89-8946-B970-752872D52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12B5-8E64-C849-9A4C-7A3EC9CEBF4A}" type="datetimeFigureOut">
              <a:rPr lang="en-US" smtClean="0"/>
              <a:t>10/16/20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344ED9-34DF-9E4B-98A3-DCA0F1E1C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44192E-86CC-C64B-BF00-56A2B2D6F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42A15-7D19-A040-B483-713DE4FBE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730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40DD0-D8A8-D94C-8730-234E1825D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79F4D2-1B29-FF44-8A59-FE25A4AF2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527318-1DB1-E64F-90A4-B5176FFB8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5397DA-6343-5749-915A-A84476AD4E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B51D6A-DE60-0040-B52A-1DE55F2D0F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4FF25-53C2-7B46-9E15-D81820B18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12B5-8E64-C849-9A4C-7A3EC9CEBF4A}" type="datetimeFigureOut">
              <a:rPr lang="en-US" smtClean="0"/>
              <a:t>10/16/20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62B9B7-4ADD-6542-8372-FE4FFB57C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2B3182-51ED-E549-ACD0-2EBA7EE65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42A15-7D19-A040-B483-713DE4FBE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621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F63CD-5199-2046-9CBE-11E536A70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A3177-FF61-D34A-96E5-8B9B937E9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12B5-8E64-C849-9A4C-7A3EC9CEBF4A}" type="datetimeFigureOut">
              <a:rPr lang="en-US" smtClean="0"/>
              <a:t>10/16/20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7BF474-597A-784C-8225-E73CE10C1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C9EE6E-2808-1B4F-9294-EFFD9FD39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42A15-7D19-A040-B483-713DE4FBE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635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E7254B-FA0B-DB4E-9EA9-193CCA1E1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12B5-8E64-C849-9A4C-7A3EC9CEBF4A}" type="datetimeFigureOut">
              <a:rPr lang="en-US" smtClean="0"/>
              <a:t>10/16/20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2C6DE4-EB44-574A-A097-70A3BA047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F8539-EDB8-1E47-AA50-47284FEC9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42A15-7D19-A040-B483-713DE4FBE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999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C7106-29FF-FE40-8560-196EE99E8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D3C8A-60D9-D241-9AB6-8EEC7CDDCD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AABC7F-8985-D24B-8A44-BCEEC96F4F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F59C22-E6B6-DE45-8959-025DAB51C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12B5-8E64-C849-9A4C-7A3EC9CEBF4A}" type="datetimeFigureOut">
              <a:rPr lang="en-US" smtClean="0"/>
              <a:t>10/16/20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E41B82-C7E9-7047-9222-94509FCB8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FAFF29-0D39-D041-9B5A-AEF62C9EA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42A15-7D19-A040-B483-713DE4FBE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021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06013-91D8-D841-9241-E21AE9C39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6EFBB7-6B1B-C947-83F1-561C0FAC1D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413D55-61F8-3642-A5B0-E1F43D9D98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6AE626-442E-7043-B9AB-E3BB6B95C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12B5-8E64-C849-9A4C-7A3EC9CEBF4A}" type="datetimeFigureOut">
              <a:rPr lang="en-US" smtClean="0"/>
              <a:t>10/16/20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501CAF-F798-8149-9DB6-3B24E3987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D257AE-3C98-4A4C-854C-414750AE5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42A15-7D19-A040-B483-713DE4FBE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95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C3B9C-855F-D042-A55F-1ABD13D26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DB2C9A-04B4-2E4D-9F25-BD6C8B2F7B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32BF2-AFDF-8C4F-9C59-198F743EC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12B5-8E64-C849-9A4C-7A3EC9CEBF4A}" type="datetimeFigureOut">
              <a:rPr lang="en-US" smtClean="0"/>
              <a:t>10/16/20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A93ACE-44EE-0946-8425-CD1300EFB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4FE11-FF98-1840-912E-828C86AFA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42A15-7D19-A040-B483-713DE4FBE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103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C9B485-E56D-9846-ABB2-FA9CC9523A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51073A-9CD9-4042-A962-388DD8E61D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6BA31-5A53-4645-B7FA-BFF9D4FFE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12B5-8E64-C849-9A4C-7A3EC9CEBF4A}" type="datetimeFigureOut">
              <a:rPr lang="en-US" smtClean="0"/>
              <a:t>10/16/20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3DFF0-7532-DE42-B8D9-94072B754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9934E-3317-BD44-9047-A510D8CD8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442A15-7D19-A040-B483-713DE4FBE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583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6876BF-2114-4144-84A0-18C2C8E4A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8934A-12C1-F144-A2F9-BB36380F5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006DC-1FDF-5549-BD92-85AC9C9EDE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E12B5-8E64-C849-9A4C-7A3EC9CEBF4A}" type="datetimeFigureOut">
              <a:rPr lang="en-US" smtClean="0"/>
              <a:t>10/16/20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07EB4-0B99-2B42-ADCB-2A5F22901D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721F4-98CB-FF41-BF60-26847725A4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442A15-7D19-A040-B483-713DE4FBE6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00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2E977DC-1BB3-814C-A48A-A2B9F587E5CF}"/>
              </a:ext>
            </a:extLst>
          </p:cNvPr>
          <p:cNvSpPr/>
          <p:nvPr/>
        </p:nvSpPr>
        <p:spPr>
          <a:xfrm>
            <a:off x="1588774" y="963039"/>
            <a:ext cx="1663430" cy="75875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routers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BC47EC-2CC7-FF47-BE54-304E197BC026}"/>
              </a:ext>
            </a:extLst>
          </p:cNvPr>
          <p:cNvSpPr/>
          <p:nvPr/>
        </p:nvSpPr>
        <p:spPr>
          <a:xfrm>
            <a:off x="3871532" y="963039"/>
            <a:ext cx="1663430" cy="75875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Workflow models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1A9B45-E50E-9A4A-A833-CBE0F53CF021}"/>
              </a:ext>
            </a:extLst>
          </p:cNvPr>
          <p:cNvSpPr/>
          <p:nvPr/>
        </p:nvSpPr>
        <p:spPr>
          <a:xfrm>
            <a:off x="6154290" y="963039"/>
            <a:ext cx="1663430" cy="75875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Process </a:t>
            </a:r>
          </a:p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models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9718D6-E1DB-3340-9078-49875984AE8F}"/>
              </a:ext>
            </a:extLst>
          </p:cNvPr>
          <p:cNvSpPr/>
          <p:nvPr/>
        </p:nvSpPr>
        <p:spPr>
          <a:xfrm>
            <a:off x="8437048" y="963039"/>
            <a:ext cx="1663430" cy="75875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Data </a:t>
            </a:r>
          </a:p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models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B37244-9C8D-E64E-9315-358E43D67B8E}"/>
              </a:ext>
            </a:extLst>
          </p:cNvPr>
          <p:cNvSpPr/>
          <p:nvPr/>
        </p:nvSpPr>
        <p:spPr>
          <a:xfrm>
            <a:off x="1588774" y="5699619"/>
            <a:ext cx="1663430" cy="75875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routers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BA384A-A61C-F341-AC3F-E66C3D0F1DC1}"/>
              </a:ext>
            </a:extLst>
          </p:cNvPr>
          <p:cNvSpPr/>
          <p:nvPr/>
        </p:nvSpPr>
        <p:spPr>
          <a:xfrm>
            <a:off x="4490860" y="5699619"/>
            <a:ext cx="1663430" cy="75875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tasks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5E677D-867A-0747-8E10-EA6DC0D6F759}"/>
              </a:ext>
            </a:extLst>
          </p:cNvPr>
          <p:cNvSpPr/>
          <p:nvPr/>
        </p:nvSpPr>
        <p:spPr>
          <a:xfrm>
            <a:off x="6154290" y="2778867"/>
            <a:ext cx="1663430" cy="75875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Integration</a:t>
            </a:r>
          </a:p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Adapters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85EB0F-AAF2-674A-BB74-E1D94836F4D4}"/>
              </a:ext>
            </a:extLst>
          </p:cNvPr>
          <p:cNvSpPr/>
          <p:nvPr/>
        </p:nvSpPr>
        <p:spPr>
          <a:xfrm>
            <a:off x="8437048" y="2778867"/>
            <a:ext cx="1663430" cy="75875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Data</a:t>
            </a:r>
          </a:p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Adapters</a:t>
            </a:r>
          </a:p>
        </p:txBody>
      </p:sp>
      <p:sp>
        <p:nvSpPr>
          <p:cNvPr id="12" name="Can 11">
            <a:extLst>
              <a:ext uri="{FF2B5EF4-FFF2-40B4-BE49-F238E27FC236}">
                <a16:creationId xmlns:a16="http://schemas.microsoft.com/office/drawing/2014/main" id="{E4C4F8AE-1668-994D-B18F-EDD478AE56AD}"/>
              </a:ext>
            </a:extLst>
          </p:cNvPr>
          <p:cNvSpPr/>
          <p:nvPr/>
        </p:nvSpPr>
        <p:spPr>
          <a:xfrm>
            <a:off x="10742501" y="2778867"/>
            <a:ext cx="729574" cy="758758"/>
          </a:xfrm>
          <a:prstGeom prst="can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DB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2140B1D-B8C2-4A45-910B-336ADCE85F91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252204" y="1342418"/>
            <a:ext cx="619328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565C043-B817-3D47-AC38-813C98CCE479}"/>
              </a:ext>
            </a:extLst>
          </p:cNvPr>
          <p:cNvCxnSpPr/>
          <p:nvPr/>
        </p:nvCxnSpPr>
        <p:spPr>
          <a:xfrm>
            <a:off x="5534962" y="1339176"/>
            <a:ext cx="619328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05DE6E9-D158-5C4E-8DF1-34573BB945B4}"/>
              </a:ext>
            </a:extLst>
          </p:cNvPr>
          <p:cNvCxnSpPr/>
          <p:nvPr/>
        </p:nvCxnSpPr>
        <p:spPr>
          <a:xfrm>
            <a:off x="7817720" y="1339176"/>
            <a:ext cx="619328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205C01D-19C9-1F43-B408-EC733FA9FE19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>
            <a:off x="6986005" y="1721797"/>
            <a:ext cx="0" cy="105707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1576A2A-7DDB-094D-879A-F21CA1CF7C34}"/>
              </a:ext>
            </a:extLst>
          </p:cNvPr>
          <p:cNvCxnSpPr>
            <a:cxnSpLocks/>
          </p:cNvCxnSpPr>
          <p:nvPr/>
        </p:nvCxnSpPr>
        <p:spPr>
          <a:xfrm>
            <a:off x="9268763" y="1721797"/>
            <a:ext cx="0" cy="105707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53B9292-8036-F84B-B1FB-DDA0DEF6E131}"/>
              </a:ext>
            </a:extLst>
          </p:cNvPr>
          <p:cNvCxnSpPr>
            <a:cxnSpLocks/>
          </p:cNvCxnSpPr>
          <p:nvPr/>
        </p:nvCxnSpPr>
        <p:spPr>
          <a:xfrm flipH="1">
            <a:off x="7160295" y="1721797"/>
            <a:ext cx="1967414" cy="105707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2860DDA-E0E0-9743-AB16-558F265BFBAF}"/>
              </a:ext>
            </a:extLst>
          </p:cNvPr>
          <p:cNvCxnSpPr>
            <a:cxnSpLocks/>
            <a:stCxn id="11" idx="3"/>
            <a:endCxn id="12" idx="2"/>
          </p:cNvCxnSpPr>
          <p:nvPr/>
        </p:nvCxnSpPr>
        <p:spPr>
          <a:xfrm>
            <a:off x="10100478" y="3158246"/>
            <a:ext cx="642023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A0486EA8-7078-3C44-BCE9-D5657F994B99}"/>
              </a:ext>
            </a:extLst>
          </p:cNvPr>
          <p:cNvSpPr/>
          <p:nvPr/>
        </p:nvSpPr>
        <p:spPr>
          <a:xfrm>
            <a:off x="6154290" y="3959289"/>
            <a:ext cx="1663430" cy="75875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Third Party Service / SaaS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7528F81-2213-FD4C-9200-8441FB4D3415}"/>
              </a:ext>
            </a:extLst>
          </p:cNvPr>
          <p:cNvSpPr/>
          <p:nvPr/>
        </p:nvSpPr>
        <p:spPr>
          <a:xfrm rot="16200000">
            <a:off x="-2229471" y="3467912"/>
            <a:ext cx="6005387" cy="37937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API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262EE3A8-6868-7A40-911C-C45C8831E3AC}"/>
              </a:ext>
            </a:extLst>
          </p:cNvPr>
          <p:cNvCxnSpPr/>
          <p:nvPr/>
        </p:nvCxnSpPr>
        <p:spPr>
          <a:xfrm>
            <a:off x="969446" y="1339176"/>
            <a:ext cx="619328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9006196-5B64-D942-86CE-3CF168CB454E}"/>
              </a:ext>
            </a:extLst>
          </p:cNvPr>
          <p:cNvCxnSpPr/>
          <p:nvPr/>
        </p:nvCxnSpPr>
        <p:spPr>
          <a:xfrm>
            <a:off x="962913" y="6100646"/>
            <a:ext cx="619328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E4AF6AD0-2B35-2649-8678-A91C322B22EC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3252204" y="6078998"/>
            <a:ext cx="1238656" cy="0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BD13FCF9-F15C-4341-B2D0-C0E7B1F1AE69}"/>
              </a:ext>
            </a:extLst>
          </p:cNvPr>
          <p:cNvCxnSpPr>
            <a:stCxn id="9" idx="0"/>
            <a:endCxn id="10" idx="1"/>
          </p:cNvCxnSpPr>
          <p:nvPr/>
        </p:nvCxnSpPr>
        <p:spPr>
          <a:xfrm rot="5400000" flipH="1" flipV="1">
            <a:off x="4467746" y="4013076"/>
            <a:ext cx="2541373" cy="831715"/>
          </a:xfrm>
          <a:prstGeom prst="bentConnector2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5C244217-4F84-7B4F-954C-D0C5F51DE645}"/>
              </a:ext>
            </a:extLst>
          </p:cNvPr>
          <p:cNvCxnSpPr>
            <a:cxnSpLocks/>
            <a:stCxn id="10" idx="2"/>
            <a:endCxn id="28" idx="0"/>
          </p:cNvCxnSpPr>
          <p:nvPr/>
        </p:nvCxnSpPr>
        <p:spPr>
          <a:xfrm>
            <a:off x="6986005" y="3537625"/>
            <a:ext cx="0" cy="421664"/>
          </a:xfrm>
          <a:prstGeom prst="straightConnector1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D69AE9FD-F752-D843-BA85-BDB67A019F0B}"/>
              </a:ext>
            </a:extLst>
          </p:cNvPr>
          <p:cNvCxnSpPr>
            <a:cxnSpLocks/>
            <a:stCxn id="9" idx="3"/>
            <a:endCxn id="11" idx="2"/>
          </p:cNvCxnSpPr>
          <p:nvPr/>
        </p:nvCxnSpPr>
        <p:spPr>
          <a:xfrm flipV="1">
            <a:off x="6154290" y="3537625"/>
            <a:ext cx="3114473" cy="2541373"/>
          </a:xfrm>
          <a:prstGeom prst="bentConnector2">
            <a:avLst/>
          </a:prstGeom>
          <a:ln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DF8CBFDE-85C9-E14A-A5D5-7F4040D2C4F2}"/>
              </a:ext>
            </a:extLst>
          </p:cNvPr>
          <p:cNvSpPr txBox="1"/>
          <p:nvPr/>
        </p:nvSpPr>
        <p:spPr>
          <a:xfrm>
            <a:off x="345989" y="247135"/>
            <a:ext cx="3260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GGT backend / python code flow</a:t>
            </a:r>
          </a:p>
        </p:txBody>
      </p:sp>
    </p:spTree>
    <p:extLst>
      <p:ext uri="{BB962C8B-B14F-4D97-AF65-F5344CB8AC3E}">
        <p14:creationId xmlns:p14="http://schemas.microsoft.com/office/powerpoint/2010/main" val="4019706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26</Words>
  <Application>Microsoft Macintosh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Consolas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suresh subasinghe</dc:creator>
  <cp:lastModifiedBy>suresh subasinghe</cp:lastModifiedBy>
  <cp:revision>1</cp:revision>
  <dcterms:created xsi:type="dcterms:W3CDTF">2020-10-16T10:50:05Z</dcterms:created>
  <dcterms:modified xsi:type="dcterms:W3CDTF">2020-10-16T11:24:10Z</dcterms:modified>
</cp:coreProperties>
</file>